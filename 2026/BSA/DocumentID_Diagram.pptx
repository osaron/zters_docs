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C23F"/>
    <a:srgbClr val="502C7F"/>
    <a:srgbClr val="307ABF"/>
    <a:srgbClr val="66686C"/>
    <a:srgbClr val="E398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06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A3A3F-4845-E036-2218-37C5B2C2E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68182-A1DB-4E17-4281-42D065A0D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A338F-6C22-256C-8AD2-90761727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B82C-1511-486A-A4F7-DB6F516E160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7CAE9-9243-933A-9720-3F53FC95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99920-A30A-EA3B-6916-29563BC0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C448D-8408-4352-8CAD-9C4CB4CF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25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6F6CC-CBB4-1C18-B9E4-A5D7B28AE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F0B19-DEC4-C5FE-4FF8-0F0DEF4F4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7C7C9-A167-204F-2D6D-FFDF98E0E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B82C-1511-486A-A4F7-DB6F516E160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EFBA3-199E-D830-AB4E-A41EE4AC5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BDF5F-9968-2982-320A-60E204E6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C448D-8408-4352-8CAD-9C4CB4CF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94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D6293-45A0-E0DF-0B93-6576105C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5FBEF-BC71-B659-C8E9-AF9698F89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74992-21C6-275C-276E-F0C7CD29C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B82C-1511-486A-A4F7-DB6F516E160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7E832-1945-5D72-34A9-8EC70B490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DCEB5-6C20-87F1-989D-BCD0A7EB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C448D-8408-4352-8CAD-9C4CB4CF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5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A1FE-7CA2-8039-C446-11AAE221B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A750F-9744-E509-8B07-20E502E4D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C9ED4-51EB-0D22-B672-FA8B0F9C7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9FE79-6F3A-B214-FB42-BF2AE031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B82C-1511-486A-A4F7-DB6F516E160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2D710-29DA-9E06-76ED-D9E37A06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9A13B-82C9-85AB-078E-BF7B39D8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C448D-8408-4352-8CAD-9C4CB4CF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AC3DC-F5FF-782C-5E73-176FD997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5AC9E-1D6D-8CDF-18C2-8EEFC9CF9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20B89B-3C3E-2723-5BD4-39EC31BE0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2618F3-3327-6387-0277-8B00D435C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3DF90B-C2AA-6C39-6C47-ED083B361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42E1E2-8B75-9D19-5DE3-FADD92C7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B82C-1511-486A-A4F7-DB6F516E160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D993D8-4571-71AC-DDE3-112DB92CE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DFDCA-9399-3345-8507-F56BBF7B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C448D-8408-4352-8CAD-9C4CB4CF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3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7DE8-FE95-7A72-89D0-7FAAF56B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73118C-4239-BDF4-EF9D-074AE886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B82C-1511-486A-A4F7-DB6F516E160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9287D-C863-813F-4F87-8E1EA860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DA503-01AA-5DA6-0F1A-0234BE2B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C448D-8408-4352-8CAD-9C4CB4CF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5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37DA1-F22C-8542-34FA-921286591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B82C-1511-486A-A4F7-DB6F516E160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EEF52-003B-3ED0-A2BB-990BFB912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999BF-C623-06EB-6B60-71D3D40D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C448D-8408-4352-8CAD-9C4CB4CF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31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B711-A753-2E7B-5100-015199C33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19F87-103E-C1C2-5656-76B863A70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84CEA-8069-A6BD-FE59-49845487E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0F6BD-A55E-97CE-8891-B63EEDF41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B82C-1511-486A-A4F7-DB6F516E160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52EDF-B644-DDBA-A100-7F381772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89269-B1EB-2DFA-63A6-654445EE8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C448D-8408-4352-8CAD-9C4CB4CF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7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9B24-8D7C-4C79-4964-743D2C811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11252-BC55-1300-24BC-565F13CF0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EB1A0-D98D-8F72-0AB7-DE3545094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CB37F-68B4-4701-1185-905768BDF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B82C-1511-486A-A4F7-DB6F516E160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86097-E961-73D1-35B3-31DCAD5A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C12DB-F7E3-A199-3E38-6EA888E8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C448D-8408-4352-8CAD-9C4CB4CF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2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6484-3A07-439E-3627-AE87D5276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9A089-90CF-A241-192E-B16CB2F08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D5736-03C1-27D1-6554-632AD82F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B82C-1511-486A-A4F7-DB6F516E160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6091E-990A-2837-1996-92235A20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EAC66-DF56-7200-6AE9-853BE4B18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C448D-8408-4352-8CAD-9C4CB4CF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4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5B941-1556-0DBA-7AAB-5C385DEF3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91E92-D62E-0417-9558-012F6FB98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06959-ABBE-888C-750B-F925D088F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B82C-1511-486A-A4F7-DB6F516E160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6B729-FEBE-A6EE-2C8B-E6AAFB70E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3DA46-289C-40E2-D787-C0DBE55A2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C448D-8408-4352-8CAD-9C4CB4CF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1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F5CC92-32D2-E3C2-5C83-2544AF764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79EBD-1FCA-E418-3F7E-B68FCD02C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D2DC6-8CD7-339A-1607-6E9AD2510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3B82C-1511-486A-A4F7-DB6F516E160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65E38-8300-B1E8-6180-4A4BB5D25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5F2F2-1C58-891C-5F13-73A309D9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C448D-8408-4352-8CAD-9C4CB4CF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1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Chevron 5">
            <a:extLst>
              <a:ext uri="{FF2B5EF4-FFF2-40B4-BE49-F238E27FC236}">
                <a16:creationId xmlns:a16="http://schemas.microsoft.com/office/drawing/2014/main" id="{95186629-2F98-1C16-682F-95A1ECD10568}"/>
              </a:ext>
            </a:extLst>
          </p:cNvPr>
          <p:cNvSpPr/>
          <p:nvPr/>
        </p:nvSpPr>
        <p:spPr>
          <a:xfrm>
            <a:off x="683942" y="2165196"/>
            <a:ext cx="2111298" cy="1263804"/>
          </a:xfrm>
          <a:prstGeom prst="chevron">
            <a:avLst>
              <a:gd name="adj" fmla="val 25862"/>
            </a:avLst>
          </a:prstGeom>
          <a:solidFill>
            <a:srgbClr val="E3983F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Department / Space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B3E138ED-6DF9-5ED2-B20D-D0ADE8A786B0}"/>
              </a:ext>
            </a:extLst>
          </p:cNvPr>
          <p:cNvSpPr/>
          <p:nvPr/>
        </p:nvSpPr>
        <p:spPr>
          <a:xfrm>
            <a:off x="2657707" y="2165196"/>
            <a:ext cx="2059259" cy="1263804"/>
          </a:xfrm>
          <a:prstGeom prst="chevron">
            <a:avLst>
              <a:gd name="adj" fmla="val 25862"/>
            </a:avLst>
          </a:prstGeom>
          <a:solidFill>
            <a:srgbClr val="66686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Project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DA35435-BB2E-09D2-5243-5AD62B2AB537}"/>
              </a:ext>
            </a:extLst>
          </p:cNvPr>
          <p:cNvSpPr/>
          <p:nvPr/>
        </p:nvSpPr>
        <p:spPr>
          <a:xfrm>
            <a:off x="4579434" y="2165196"/>
            <a:ext cx="2059259" cy="1263804"/>
          </a:xfrm>
          <a:prstGeom prst="chevron">
            <a:avLst>
              <a:gd name="adj" fmla="val 25862"/>
            </a:avLst>
          </a:prstGeom>
          <a:solidFill>
            <a:srgbClr val="307AB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Document Type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99A46FE8-A3F7-6CFC-48EA-7AEB624AF07A}"/>
              </a:ext>
            </a:extLst>
          </p:cNvPr>
          <p:cNvSpPr/>
          <p:nvPr/>
        </p:nvSpPr>
        <p:spPr>
          <a:xfrm>
            <a:off x="6501161" y="2165196"/>
            <a:ext cx="2059259" cy="1263804"/>
          </a:xfrm>
          <a:prstGeom prst="chevron">
            <a:avLst>
              <a:gd name="adj" fmla="val 25862"/>
            </a:avLst>
          </a:prstGeom>
          <a:solidFill>
            <a:srgbClr val="502C7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Sequence Number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8FF791C0-D90E-1094-A7EE-4AFDF1AA3E77}"/>
              </a:ext>
            </a:extLst>
          </p:cNvPr>
          <p:cNvSpPr/>
          <p:nvPr/>
        </p:nvSpPr>
        <p:spPr>
          <a:xfrm>
            <a:off x="8422888" y="2165196"/>
            <a:ext cx="2059259" cy="1263804"/>
          </a:xfrm>
          <a:prstGeom prst="chevron">
            <a:avLst>
              <a:gd name="adj" fmla="val 25862"/>
            </a:avLst>
          </a:prstGeom>
          <a:solidFill>
            <a:srgbClr val="8DC23F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3493764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Rondon</dc:creator>
  <cp:lastModifiedBy>Oscar Rondon</cp:lastModifiedBy>
  <cp:revision>1</cp:revision>
  <dcterms:created xsi:type="dcterms:W3CDTF">2026-01-12T19:27:34Z</dcterms:created>
  <dcterms:modified xsi:type="dcterms:W3CDTF">2026-01-12T22:49:20Z</dcterms:modified>
</cp:coreProperties>
</file>