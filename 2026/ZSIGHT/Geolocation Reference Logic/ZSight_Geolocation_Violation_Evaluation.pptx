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7400"/>
    <a:srgbClr val="FEF3C7"/>
    <a:srgbClr val="DCFCE7"/>
    <a:srgbClr val="0B837A"/>
    <a:srgbClr val="7FE9A5"/>
    <a:srgbClr val="B45E38"/>
    <a:srgbClr val="FCD15D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7DAE-4E52-D61D-046C-5CAE9A59D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BD307-F51D-D922-1FB0-6CA90124E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0DBDF-80B1-55C7-67CD-10D3204F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43E3-4261-C266-8369-562070D3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222B4-A0FE-EC55-F5C5-D3ABFF9A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3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A437-C2E4-7DC2-AA59-71B06A01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053D-4223-1047-D7E9-031231ACB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CEE27-2B4F-3C9D-A342-BBA2CAA2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1D5C-DC2F-1757-AF4C-21BFF1CF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DC0B-392A-31DC-6ACD-3CDCB899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1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C133-5663-A148-A391-92F6546E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90B03-F595-2E12-14EA-A16FEBA0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1E71-A8F4-8AA5-40D1-9CF9E236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8C3B-2F17-4169-FB56-D5D53225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8B8F-A87E-CAAB-3702-4F647564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ADDD-53C2-B5AA-6577-D5052A9A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CC6A-1162-C077-5137-D4ABD914E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72674-D5DE-3D62-96F7-DF46F8339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CCA6E-C165-D63B-4E17-63F0769F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E7280-3B9E-4B70-02C0-2AA5E64D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B99EE-54A5-6631-EE02-15B3006D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0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E613-1341-8B96-AF05-3E95E7A2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DF9C-9DE0-A292-4FD1-06EA24BCB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FF815-3669-A530-BF61-876AE9D39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92280-35D1-297C-767B-85B2604A1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5B636-7A61-3D9E-A5E5-6642E56D5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7EBD4-0CBD-3EB9-98F4-DC04151A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4B485-A2AD-0CF7-102E-BB359395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AC1AB-4187-9D36-0429-67C138EB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2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2E14-5D10-1547-EFC8-428DC462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C72E2-0AFF-3E6B-DB2F-010A5CD0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9CDB0-8C26-441D-4190-1E12A5CB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A243D-7CBD-B0AD-4994-F677C353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0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10F3A-62F7-37D4-578D-1C6E1C14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55D25-DD44-0C7D-6B6E-829A22B4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01E97-1492-4DF5-BF7E-EC608ECE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7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E1F3-8A36-C66A-8E55-5E48A516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5C48-CF8D-52B3-D814-4EA8EC4D3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CCEF5-720E-7CE9-42DD-E30AC798D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C5A51-1076-D454-F353-38A4F822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F951-2210-6667-0376-5E1EFCAC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8613E-0F5E-177B-3F28-A3B5C03C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1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A24C-FE23-A4E2-F02B-5257AACF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6D728-C065-77FB-CCB2-C21B09321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B7AFB-3BB7-B38D-63CF-C161E26B8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2CCC1-EF77-441A-CE5D-B1E94C2B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2B4B-663E-0997-48A0-C718E9B5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7327-EE55-E9D3-F41F-61B4E2E4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2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8B33-E598-B7C5-FE6E-C9510E76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FCB15-B58A-D1E5-1562-BADDEFF4E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0242-803A-5117-D773-6391BDA8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009A2-9302-D45B-C67A-FE592622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2CBD1-A24B-7A3F-7AB5-09CC3977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9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A3D8C-78FF-BAF3-AA12-7AB31EBC5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EB0D2-3517-BE8F-3AD4-EB4B52EC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5742-871E-1C60-AFD9-A40DB3047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92065-4AF0-2B9D-06F6-3EA31573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0F5B2-92E3-6683-642B-F00F88B8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5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1BAB9-0C8F-A72B-7B2B-AACE69D5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982E4-0AE1-3AE6-8E9C-BD0003A0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92761-F952-6DED-DC95-913ABDBC4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E7F5B-AFE7-4042-8415-531488EBC19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3BFAA-D0C0-2E4B-F61C-359636CDD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71F7-A5F5-59FF-F0ED-65D5C3631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0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E01D3C5-4566-AAEC-858E-E8922FC5F3C1}"/>
              </a:ext>
            </a:extLst>
          </p:cNvPr>
          <p:cNvSpPr/>
          <p:nvPr/>
        </p:nvSpPr>
        <p:spPr>
          <a:xfrm>
            <a:off x="4738372" y="2573887"/>
            <a:ext cx="2286000" cy="2286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E55AB2-0F6F-7718-E1A1-CDACF34E79E6}"/>
              </a:ext>
            </a:extLst>
          </p:cNvPr>
          <p:cNvSpPr/>
          <p:nvPr/>
        </p:nvSpPr>
        <p:spPr>
          <a:xfrm>
            <a:off x="6373291" y="3898336"/>
            <a:ext cx="128016" cy="12801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A1B9DF-8E75-7FEC-EF06-D7FF63F7DBA2}"/>
              </a:ext>
            </a:extLst>
          </p:cNvPr>
          <p:cNvSpPr/>
          <p:nvPr/>
        </p:nvSpPr>
        <p:spPr>
          <a:xfrm>
            <a:off x="5817364" y="3652879"/>
            <a:ext cx="128016" cy="12801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254879-6A03-BF3C-C6FD-DB6EB3E0D73F}"/>
              </a:ext>
            </a:extLst>
          </p:cNvPr>
          <p:cNvSpPr/>
          <p:nvPr/>
        </p:nvSpPr>
        <p:spPr>
          <a:xfrm>
            <a:off x="7176967" y="4720029"/>
            <a:ext cx="128016" cy="12801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86CD5A-3714-A58A-FF94-4B6F15BD8476}"/>
              </a:ext>
            </a:extLst>
          </p:cNvPr>
          <p:cNvSpPr txBox="1"/>
          <p:nvPr/>
        </p:nvSpPr>
        <p:spPr>
          <a:xfrm>
            <a:off x="6810215" y="4857098"/>
            <a:ext cx="861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Outside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AC731-045C-AD83-7EB0-8AF1CB0BF414}"/>
              </a:ext>
            </a:extLst>
          </p:cNvPr>
          <p:cNvSpPr txBox="1"/>
          <p:nvPr/>
        </p:nvSpPr>
        <p:spPr>
          <a:xfrm>
            <a:off x="5456593" y="3369388"/>
            <a:ext cx="861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999D8-214C-5153-0782-DBE0167850A2}"/>
              </a:ext>
            </a:extLst>
          </p:cNvPr>
          <p:cNvSpPr txBox="1"/>
          <p:nvPr/>
        </p:nvSpPr>
        <p:spPr>
          <a:xfrm>
            <a:off x="6006539" y="4026352"/>
            <a:ext cx="861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5A4B81-D14F-A635-9686-A76609DA488A}"/>
              </a:ext>
            </a:extLst>
          </p:cNvPr>
          <p:cNvSpPr/>
          <p:nvPr/>
        </p:nvSpPr>
        <p:spPr>
          <a:xfrm>
            <a:off x="5070249" y="3500193"/>
            <a:ext cx="128016" cy="12801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13EFB-AD2C-1626-1CA1-303C8D899844}"/>
              </a:ext>
            </a:extLst>
          </p:cNvPr>
          <p:cNvSpPr txBox="1"/>
          <p:nvPr/>
        </p:nvSpPr>
        <p:spPr>
          <a:xfrm>
            <a:off x="4703497" y="3637262"/>
            <a:ext cx="861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</p:spTree>
    <p:extLst>
      <p:ext uri="{BB962C8B-B14F-4D97-AF65-F5344CB8AC3E}">
        <p14:creationId xmlns:p14="http://schemas.microsoft.com/office/powerpoint/2010/main" val="213361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CDF3-F651-B640-22EC-1935F88D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5DBED9-0489-F7EC-97C2-EE2E22F53633}"/>
              </a:ext>
            </a:extLst>
          </p:cNvPr>
          <p:cNvSpPr/>
          <p:nvPr/>
        </p:nvSpPr>
        <p:spPr>
          <a:xfrm>
            <a:off x="2774950" y="702530"/>
            <a:ext cx="5910716" cy="7680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28F9EC7-402B-20CC-7909-41552FA13ADF}"/>
              </a:ext>
            </a:extLst>
          </p:cNvPr>
          <p:cNvSpPr/>
          <p:nvPr/>
        </p:nvSpPr>
        <p:spPr>
          <a:xfrm>
            <a:off x="3431177" y="5779493"/>
            <a:ext cx="4563290" cy="9567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6D7FA-4C84-D8C2-C1A7-B9A0489CB880}"/>
              </a:ext>
            </a:extLst>
          </p:cNvPr>
          <p:cNvSpPr txBox="1"/>
          <p:nvPr/>
        </p:nvSpPr>
        <p:spPr>
          <a:xfrm>
            <a:off x="4954386" y="6283505"/>
            <a:ext cx="1516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Beyond radius again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5DDA54-2A5F-7DDA-5FA2-964F559662E1}"/>
              </a:ext>
            </a:extLst>
          </p:cNvPr>
          <p:cNvSpPr/>
          <p:nvPr/>
        </p:nvSpPr>
        <p:spPr>
          <a:xfrm>
            <a:off x="3068894" y="121807"/>
            <a:ext cx="1032872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Order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Type</a:t>
            </a:r>
          </a:p>
        </p:txBody>
      </p:sp>
      <p:sp>
        <p:nvSpPr>
          <p:cNvPr id="24" name="Flowchart: Terminator 23">
            <a:extLst>
              <a:ext uri="{FF2B5EF4-FFF2-40B4-BE49-F238E27FC236}">
                <a16:creationId xmlns:a16="http://schemas.microsoft.com/office/drawing/2014/main" id="{F213AE58-589B-B0AA-2581-D17B05D717E2}"/>
              </a:ext>
            </a:extLst>
          </p:cNvPr>
          <p:cNvSpPr/>
          <p:nvPr/>
        </p:nvSpPr>
        <p:spPr>
          <a:xfrm>
            <a:off x="2985706" y="921907"/>
            <a:ext cx="1207008" cy="457200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 Location exists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2B796D-35B1-0A74-A60E-0E1672EED67C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3585330" y="579007"/>
            <a:ext cx="3880" cy="34290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2E2D1690-E563-2955-66B3-BA295A344420}"/>
              </a:ext>
            </a:extLst>
          </p:cNvPr>
          <p:cNvSpPr/>
          <p:nvPr/>
        </p:nvSpPr>
        <p:spPr>
          <a:xfrm>
            <a:off x="4441821" y="927979"/>
            <a:ext cx="1207008" cy="457200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Inactive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Not Installed</a:t>
            </a: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EC4A7893-A526-00DD-C10A-2F01D2A9E704}"/>
              </a:ext>
            </a:extLst>
          </p:cNvPr>
          <p:cNvSpPr/>
          <p:nvPr/>
        </p:nvSpPr>
        <p:spPr>
          <a:xfrm>
            <a:off x="5871332" y="921907"/>
            <a:ext cx="1207008" cy="457200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Active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Ref 1 set</a:t>
            </a: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55713ADC-DDE2-9BB0-419F-C0FF2530FE9B}"/>
              </a:ext>
            </a:extLst>
          </p:cNvPr>
          <p:cNvSpPr/>
          <p:nvPr/>
        </p:nvSpPr>
        <p:spPr>
          <a:xfrm>
            <a:off x="7300843" y="921907"/>
            <a:ext cx="1207008" cy="457200"/>
          </a:xfrm>
          <a:prstGeom prst="flowChartTerminator">
            <a:avLst/>
          </a:prstGeom>
          <a:solidFill>
            <a:srgbClr val="FEF3C7"/>
          </a:solidFill>
          <a:ln>
            <a:solidFill>
              <a:srgbClr val="D67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Archived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Feed stops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0EE034-AB65-55A1-C3AD-A81C5B5F5CFA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4192714" y="1150507"/>
            <a:ext cx="249107" cy="6072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1FF2D3-297F-3CB6-27BD-6F39C5055578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 flipV="1">
            <a:off x="5648829" y="1150507"/>
            <a:ext cx="222503" cy="6072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1FBDEF5-3606-948F-3E7C-3AFC3744CEDD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>
            <a:off x="7078340" y="1150507"/>
            <a:ext cx="22250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Single Corner Snipped 41">
            <a:extLst>
              <a:ext uri="{FF2B5EF4-FFF2-40B4-BE49-F238E27FC236}">
                <a16:creationId xmlns:a16="http://schemas.microsoft.com/office/drawing/2014/main" id="{1FF4BE6E-37D9-6D56-8603-55352BCB307F}"/>
              </a:ext>
            </a:extLst>
          </p:cNvPr>
          <p:cNvSpPr/>
          <p:nvPr/>
        </p:nvSpPr>
        <p:spPr>
          <a:xfrm>
            <a:off x="4777534" y="1693240"/>
            <a:ext cx="1846217" cy="457200"/>
          </a:xfrm>
          <a:prstGeom prst="snip1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Report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Feed record</a:t>
            </a: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A7720D2E-8460-4B87-69E2-0855001F915E}"/>
              </a:ext>
            </a:extLst>
          </p:cNvPr>
          <p:cNvSpPr/>
          <p:nvPr/>
        </p:nvSpPr>
        <p:spPr>
          <a:xfrm>
            <a:off x="5218200" y="2387746"/>
            <a:ext cx="975360" cy="457200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GPS Fix?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E3A87EA-ABEF-28CC-1A6C-A38C279D8CDB}"/>
              </a:ext>
            </a:extLst>
          </p:cNvPr>
          <p:cNvSpPr/>
          <p:nvPr/>
        </p:nvSpPr>
        <p:spPr>
          <a:xfrm>
            <a:off x="3504559" y="3203450"/>
            <a:ext cx="1737360" cy="5486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Reference Point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Manual geolocation if active, otherwise site location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659C0AD-AF21-B839-E931-3B178B71148E}"/>
              </a:ext>
            </a:extLst>
          </p:cNvPr>
          <p:cNvSpPr/>
          <p:nvPr/>
        </p:nvSpPr>
        <p:spPr>
          <a:xfrm>
            <a:off x="6226423" y="3203450"/>
            <a:ext cx="1737360" cy="54864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Container Location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Current – Estimated – Ref 2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Ref 1 – Last known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6A7D4746-BAE8-3F5B-48A6-DF0DBF39EC91}"/>
              </a:ext>
            </a:extLst>
          </p:cNvPr>
          <p:cNvSpPr/>
          <p:nvPr/>
        </p:nvSpPr>
        <p:spPr>
          <a:xfrm>
            <a:off x="4932213" y="4111241"/>
            <a:ext cx="1536857" cy="631558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Outside 150 m radius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7ADB390-E0F6-82BB-935C-87794118A0CD}"/>
              </a:ext>
            </a:extLst>
          </p:cNvPr>
          <p:cNvSpPr/>
          <p:nvPr/>
        </p:nvSpPr>
        <p:spPr>
          <a:xfrm>
            <a:off x="3643241" y="5062073"/>
            <a:ext cx="1371600" cy="548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Within Radius</a:t>
            </a:r>
            <a:endParaRPr lang="en-US" sz="12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No alert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BE07133-DF03-0450-F964-CDF7800A6FF6}"/>
              </a:ext>
            </a:extLst>
          </p:cNvPr>
          <p:cNvSpPr/>
          <p:nvPr/>
        </p:nvSpPr>
        <p:spPr>
          <a:xfrm>
            <a:off x="6386441" y="5061900"/>
            <a:ext cx="1371598" cy="548640"/>
          </a:xfrm>
          <a:prstGeom prst="roundRect">
            <a:avLst/>
          </a:prstGeom>
          <a:solidFill>
            <a:srgbClr val="FFC9C9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Violation Raised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Opens or links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54A1DAA-2202-F18C-7969-06BF6275061D}"/>
              </a:ext>
            </a:extLst>
          </p:cNvPr>
          <p:cNvSpPr/>
          <p:nvPr/>
        </p:nvSpPr>
        <p:spPr>
          <a:xfrm>
            <a:off x="3643241" y="5904633"/>
            <a:ext cx="1371602" cy="548640"/>
          </a:xfrm>
          <a:prstGeom prst="roundRect">
            <a:avLst/>
          </a:prstGeom>
          <a:solidFill>
            <a:srgbClr val="DCFCE7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0B837A"/>
                </a:solidFill>
              </a:rPr>
              <a:t>Resolved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History kept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204C878-D038-5952-56F7-908ACC10EE94}"/>
              </a:ext>
            </a:extLst>
          </p:cNvPr>
          <p:cNvSpPr/>
          <p:nvPr/>
        </p:nvSpPr>
        <p:spPr>
          <a:xfrm>
            <a:off x="6386443" y="5904633"/>
            <a:ext cx="1371598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D67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B45E38"/>
                </a:solidFill>
              </a:rPr>
              <a:t>Open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Links each report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A80155E-E737-E024-4A1A-08A25AAC6F31}"/>
              </a:ext>
            </a:extLst>
          </p:cNvPr>
          <p:cNvSpPr/>
          <p:nvPr/>
        </p:nvSpPr>
        <p:spPr>
          <a:xfrm>
            <a:off x="7300843" y="2387746"/>
            <a:ext cx="11430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Stored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Not evaluated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251E761-88C7-3031-9085-02125F94E6F1}"/>
              </a:ext>
            </a:extLst>
          </p:cNvPr>
          <p:cNvCxnSpPr>
            <a:cxnSpLocks/>
            <a:stCxn id="30" idx="2"/>
            <a:endCxn id="42" idx="3"/>
          </p:cNvCxnSpPr>
          <p:nvPr/>
        </p:nvCxnSpPr>
        <p:spPr>
          <a:xfrm rot="5400000">
            <a:off x="5930674" y="1149077"/>
            <a:ext cx="314133" cy="774193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8DCA7FF-21C4-CD2E-E6A9-75EE36407117}"/>
              </a:ext>
            </a:extLst>
          </p:cNvPr>
          <p:cNvCxnSpPr>
            <a:cxnSpLocks/>
            <a:stCxn id="42" idx="1"/>
            <a:endCxn id="43" idx="0"/>
          </p:cNvCxnSpPr>
          <p:nvPr/>
        </p:nvCxnSpPr>
        <p:spPr>
          <a:xfrm>
            <a:off x="5700643" y="2150440"/>
            <a:ext cx="5237" cy="237306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C6FE82-FB34-8372-05C3-F11FC17C7FF2}"/>
              </a:ext>
            </a:extLst>
          </p:cNvPr>
          <p:cNvCxnSpPr>
            <a:cxnSpLocks/>
            <a:stCxn id="43" idx="3"/>
            <a:endCxn id="59" idx="1"/>
          </p:cNvCxnSpPr>
          <p:nvPr/>
        </p:nvCxnSpPr>
        <p:spPr>
          <a:xfrm>
            <a:off x="6193560" y="2616346"/>
            <a:ext cx="1107283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59">
            <a:extLst>
              <a:ext uri="{FF2B5EF4-FFF2-40B4-BE49-F238E27FC236}">
                <a16:creationId xmlns:a16="http://schemas.microsoft.com/office/drawing/2014/main" id="{75B7BA6C-44B7-0F1B-CB5B-D80E103DB036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rot="5400000">
            <a:off x="4860308" y="2357878"/>
            <a:ext cx="358504" cy="1332641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59">
            <a:extLst>
              <a:ext uri="{FF2B5EF4-FFF2-40B4-BE49-F238E27FC236}">
                <a16:creationId xmlns:a16="http://schemas.microsoft.com/office/drawing/2014/main" id="{57AB46B4-FCDD-3440-2E06-1D56C33164CE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 rot="16200000" flipH="1">
            <a:off x="6221239" y="2329586"/>
            <a:ext cx="358504" cy="1389223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59">
            <a:extLst>
              <a:ext uri="{FF2B5EF4-FFF2-40B4-BE49-F238E27FC236}">
                <a16:creationId xmlns:a16="http://schemas.microsoft.com/office/drawing/2014/main" id="{A9BD6D8C-B680-8F68-53E6-D55D3CDD8404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 rot="5400000">
            <a:off x="6218298" y="3234435"/>
            <a:ext cx="359151" cy="1394461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59">
            <a:extLst>
              <a:ext uri="{FF2B5EF4-FFF2-40B4-BE49-F238E27FC236}">
                <a16:creationId xmlns:a16="http://schemas.microsoft.com/office/drawing/2014/main" id="{21D6E6ED-FE3A-27F1-1C85-3BDEA2437EEC}"/>
              </a:ext>
            </a:extLst>
          </p:cNvPr>
          <p:cNvCxnSpPr>
            <a:cxnSpLocks/>
            <a:stCxn id="45" idx="2"/>
            <a:endCxn id="49" idx="0"/>
          </p:cNvCxnSpPr>
          <p:nvPr/>
        </p:nvCxnSpPr>
        <p:spPr>
          <a:xfrm rot="16200000" flipH="1">
            <a:off x="4857365" y="3267963"/>
            <a:ext cx="359151" cy="1327403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59">
            <a:extLst>
              <a:ext uri="{FF2B5EF4-FFF2-40B4-BE49-F238E27FC236}">
                <a16:creationId xmlns:a16="http://schemas.microsoft.com/office/drawing/2014/main" id="{67674276-C619-7A9C-6E73-0216CBA21127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6226891" y="4216550"/>
            <a:ext cx="319101" cy="1371598"/>
          </a:xfrm>
          <a:prstGeom prst="bentConnector3">
            <a:avLst>
              <a:gd name="adj1" fmla="val 41489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59">
            <a:extLst>
              <a:ext uri="{FF2B5EF4-FFF2-40B4-BE49-F238E27FC236}">
                <a16:creationId xmlns:a16="http://schemas.microsoft.com/office/drawing/2014/main" id="{76D873D6-6F0E-E857-7271-A9BED7513D86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 rot="5400000">
            <a:off x="4855205" y="4216636"/>
            <a:ext cx="319274" cy="1371601"/>
          </a:xfrm>
          <a:prstGeom prst="bentConnector3">
            <a:avLst>
              <a:gd name="adj1" fmla="val 41493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59A6436-6ACC-1AB4-E3B6-9730FC1F2DD7}"/>
              </a:ext>
            </a:extLst>
          </p:cNvPr>
          <p:cNvCxnSpPr>
            <a:cxnSpLocks/>
            <a:stCxn id="53" idx="2"/>
            <a:endCxn id="57" idx="0"/>
          </p:cNvCxnSpPr>
          <p:nvPr/>
        </p:nvCxnSpPr>
        <p:spPr>
          <a:xfrm>
            <a:off x="7072240" y="5610540"/>
            <a:ext cx="2" cy="294093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36831E0-5858-1D28-5B4E-3C9DAA31445D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4329041" y="5610713"/>
            <a:ext cx="1" cy="29392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4C3EBDD-D5E9-F383-D9B6-69E87361AD68}"/>
              </a:ext>
            </a:extLst>
          </p:cNvPr>
          <p:cNvCxnSpPr>
            <a:cxnSpLocks/>
          </p:cNvCxnSpPr>
          <p:nvPr/>
        </p:nvCxnSpPr>
        <p:spPr>
          <a:xfrm>
            <a:off x="5014841" y="6283505"/>
            <a:ext cx="1371600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03C0A6E-AF34-8FAD-05F6-9C5DAD7CBD03}"/>
              </a:ext>
            </a:extLst>
          </p:cNvPr>
          <p:cNvCxnSpPr>
            <a:cxnSpLocks/>
          </p:cNvCxnSpPr>
          <p:nvPr/>
        </p:nvCxnSpPr>
        <p:spPr>
          <a:xfrm flipH="1">
            <a:off x="5003413" y="6091297"/>
            <a:ext cx="1371600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C3B62B-024A-2264-D180-7E8A1CFF3E07}"/>
              </a:ext>
            </a:extLst>
          </p:cNvPr>
          <p:cNvSpPr txBox="1"/>
          <p:nvPr/>
        </p:nvSpPr>
        <p:spPr>
          <a:xfrm>
            <a:off x="6469070" y="2387002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E61C3-E532-2E5A-196D-4C23DFD3DB23}"/>
              </a:ext>
            </a:extLst>
          </p:cNvPr>
          <p:cNvSpPr txBox="1"/>
          <p:nvPr/>
        </p:nvSpPr>
        <p:spPr>
          <a:xfrm>
            <a:off x="5672570" y="2802385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6811B-4C5E-4C71-09CB-809101F5C026}"/>
              </a:ext>
            </a:extLst>
          </p:cNvPr>
          <p:cNvSpPr txBox="1"/>
          <p:nvPr/>
        </p:nvSpPr>
        <p:spPr>
          <a:xfrm>
            <a:off x="4327519" y="4567104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4FEE2B-338A-F599-1DF3-3121B1F0515D}"/>
              </a:ext>
            </a:extLst>
          </p:cNvPr>
          <p:cNvSpPr txBox="1"/>
          <p:nvPr/>
        </p:nvSpPr>
        <p:spPr>
          <a:xfrm>
            <a:off x="6551252" y="4576856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521C3-17D4-F2E8-99C4-C76A64E53928}"/>
              </a:ext>
            </a:extLst>
          </p:cNvPr>
          <p:cNvSpPr txBox="1"/>
          <p:nvPr/>
        </p:nvSpPr>
        <p:spPr>
          <a:xfrm>
            <a:off x="4969640" y="5874687"/>
            <a:ext cx="1516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Within radius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457535-2B40-4643-32A5-9419FCF205EC}"/>
              </a:ext>
            </a:extLst>
          </p:cNvPr>
          <p:cNvSpPr txBox="1"/>
          <p:nvPr/>
        </p:nvSpPr>
        <p:spPr>
          <a:xfrm>
            <a:off x="3482307" y="6531231"/>
            <a:ext cx="27335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Geofence violation notification – states of one record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543CF-28AD-3477-55C6-207145A9C360}"/>
              </a:ext>
            </a:extLst>
          </p:cNvPr>
          <p:cNvSpPr txBox="1"/>
          <p:nvPr/>
        </p:nvSpPr>
        <p:spPr>
          <a:xfrm>
            <a:off x="6423776" y="699208"/>
            <a:ext cx="21790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Container status</a:t>
            </a:r>
          </a:p>
        </p:txBody>
      </p:sp>
    </p:spTree>
    <p:extLst>
      <p:ext uri="{BB962C8B-B14F-4D97-AF65-F5344CB8AC3E}">
        <p14:creationId xmlns:p14="http://schemas.microsoft.com/office/powerpoint/2010/main" val="112368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96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Rondon</dc:creator>
  <cp:lastModifiedBy>Oscar Rondon</cp:lastModifiedBy>
  <cp:revision>14</cp:revision>
  <dcterms:created xsi:type="dcterms:W3CDTF">2026-08-02T02:04:43Z</dcterms:created>
  <dcterms:modified xsi:type="dcterms:W3CDTF">2026-08-05T18:19:31Z</dcterms:modified>
</cp:coreProperties>
</file>