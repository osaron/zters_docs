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7400"/>
    <a:srgbClr val="FEF3C7"/>
    <a:srgbClr val="0B837A"/>
    <a:srgbClr val="DCFCE7"/>
    <a:srgbClr val="7FE9A5"/>
    <a:srgbClr val="B45E38"/>
    <a:srgbClr val="FCD15D"/>
    <a:srgbClr val="FF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7DAE-4E52-D61D-046C-5CAE9A59D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BD307-F51D-D922-1FB0-6CA90124E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0DBDF-80B1-55C7-67CD-10D3204F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43E3-4261-C266-8369-562070D3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222B4-A0FE-EC55-F5C5-D3ABFF9A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23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3A437-C2E4-7DC2-AA59-71B06A01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9053D-4223-1047-D7E9-031231ACB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CEE27-2B4F-3C9D-A342-BBA2CAA2F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11D5C-DC2F-1757-AF4C-21BFF1CFF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DC0B-392A-31DC-6ACD-3CDCB8994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1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C133-5663-A148-A391-92F6546ED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90B03-F595-2E12-14EA-A16FEBA00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E1E71-A8F4-8AA5-40D1-9CF9E236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C8C3B-2F17-4169-FB56-D5D532257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8B8F-A87E-CAAB-3702-4F647564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56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ADDD-53C2-B5AA-6577-D5052A9A0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ECC6A-1162-C077-5137-D4ABD914E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72674-D5DE-3D62-96F7-DF46F8339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CCA6E-C165-D63B-4E17-63F0769F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E7280-3B9E-4B70-02C0-2AA5E64D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B99EE-54A5-6631-EE02-15B3006D5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05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E613-1341-8B96-AF05-3E95E7A29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4DF9C-9DE0-A292-4FD1-06EA24BCB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FF815-3669-A530-BF61-876AE9D39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92280-35D1-297C-767B-85B2604A1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A5B636-7A61-3D9E-A5E5-6642E56D5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77EBD4-0CBD-3EB9-98F4-DC04151A4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34B485-A2AD-0CF7-102E-BB359395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AC1AB-4187-9D36-0429-67C138EB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20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2E14-5D10-1547-EFC8-428DC462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C72E2-0AFF-3E6B-DB2F-010A5CD0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39CDB0-8C26-441D-4190-1E12A5CBD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A243D-7CBD-B0AD-4994-F677C353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0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10F3A-62F7-37D4-578D-1C6E1C14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D55D25-DD44-0C7D-6B6E-829A22B4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01E97-1492-4DF5-BF7E-EC608ECEE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7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E1F3-8A36-C66A-8E55-5E48A516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45C48-CF8D-52B3-D814-4EA8EC4D3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CCEF5-720E-7CE9-42DD-E30AC798D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C5A51-1076-D454-F353-38A4F822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0F951-2210-6667-0376-5E1EFCAC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8613E-0F5E-177B-3F28-A3B5C03C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13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A24C-FE23-A4E2-F02B-5257AACFF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6D728-C065-77FB-CCB2-C21B093214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B7AFB-3BB7-B38D-63CF-C161E26B8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2CCC1-EF77-441A-CE5D-B1E94C2B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F2B4B-663E-0997-48A0-C718E9B5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97327-EE55-E9D3-F41F-61B4E2E4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2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48B33-E598-B7C5-FE6E-C9510E76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FCB15-B58A-D1E5-1562-BADDEFF4E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F0242-803A-5117-D773-6391BDA8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009A2-9302-D45B-C67A-FE5926229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2CBD1-A24B-7A3F-7AB5-09CC3977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96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5A3D8C-78FF-BAF3-AA12-7AB31EBC55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EB0D2-3517-BE8F-3AD4-EB4B52EC6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E5742-871E-1C60-AFD9-A40DB3047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92065-4AF0-2B9D-06F6-3EA315736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0F5B2-92E3-6683-642B-F00F88B8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5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1BAB9-0C8F-A72B-7B2B-AACE69D5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982E4-0AE1-3AE6-8E9C-BD0003A0E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92761-F952-6DED-DC95-913ABDBC4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E7F5B-AFE7-4042-8415-531488EBC19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3BFAA-D0C0-2E4B-F61C-359636CDD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871F7-A5F5-59FF-F0ED-65D5C3631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E9413-FF8A-45DC-8DFE-3820051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0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CCDF3-F651-B640-22EC-1935F88D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128F9EC7-402B-20CC-7909-41552FA13ADF}"/>
              </a:ext>
            </a:extLst>
          </p:cNvPr>
          <p:cNvSpPr/>
          <p:nvPr/>
        </p:nvSpPr>
        <p:spPr>
          <a:xfrm>
            <a:off x="3446430" y="5392486"/>
            <a:ext cx="4563290" cy="9567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6D7FA-4C84-D8C2-C1A7-B9A0489CB880}"/>
              </a:ext>
            </a:extLst>
          </p:cNvPr>
          <p:cNvSpPr txBox="1"/>
          <p:nvPr/>
        </p:nvSpPr>
        <p:spPr>
          <a:xfrm>
            <a:off x="4969639" y="5896498"/>
            <a:ext cx="15168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Pickup detected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5DDA54-2A5F-7DDA-5FA2-964F559662E1}"/>
              </a:ext>
            </a:extLst>
          </p:cNvPr>
          <p:cNvSpPr/>
          <p:nvPr/>
        </p:nvSpPr>
        <p:spPr>
          <a:xfrm>
            <a:off x="4588014" y="94739"/>
            <a:ext cx="2284630" cy="4572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Container Service Days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per container in Edit Container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2B796D-35B1-0A74-A60E-0E1672EED67C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5730328" y="551939"/>
            <a:ext cx="1" cy="29671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Diamond 42">
            <a:extLst>
              <a:ext uri="{FF2B5EF4-FFF2-40B4-BE49-F238E27FC236}">
                <a16:creationId xmlns:a16="http://schemas.microsoft.com/office/drawing/2014/main" id="{A7720D2E-8460-4B87-69E2-0855001F915E}"/>
              </a:ext>
            </a:extLst>
          </p:cNvPr>
          <p:cNvSpPr/>
          <p:nvPr/>
        </p:nvSpPr>
        <p:spPr>
          <a:xfrm>
            <a:off x="5001446" y="1537742"/>
            <a:ext cx="1458571" cy="513515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Pickup detected?</a:t>
            </a:r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6A7D4746-BAE8-3F5B-48A6-DF0DBF39EC91}"/>
              </a:ext>
            </a:extLst>
          </p:cNvPr>
          <p:cNvSpPr/>
          <p:nvPr/>
        </p:nvSpPr>
        <p:spPr>
          <a:xfrm>
            <a:off x="5099987" y="4618861"/>
            <a:ext cx="1256176" cy="457201"/>
          </a:xfrm>
          <a:prstGeom prst="diamond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Missed pickup?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54A1DAA-2202-F18C-7969-06BF6275061D}"/>
              </a:ext>
            </a:extLst>
          </p:cNvPr>
          <p:cNvSpPr/>
          <p:nvPr/>
        </p:nvSpPr>
        <p:spPr>
          <a:xfrm>
            <a:off x="3658494" y="5517626"/>
            <a:ext cx="1371602" cy="548640"/>
          </a:xfrm>
          <a:prstGeom prst="roundRect">
            <a:avLst/>
          </a:prstGeom>
          <a:solidFill>
            <a:srgbClr val="FEF3C7"/>
          </a:solidFill>
          <a:ln>
            <a:solidFill>
              <a:srgbClr val="D67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D67400"/>
                </a:solidFill>
              </a:rPr>
              <a:t>Open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Feed marked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204C878-D038-5952-56F7-908ACC10EE94}"/>
              </a:ext>
            </a:extLst>
          </p:cNvPr>
          <p:cNvSpPr/>
          <p:nvPr/>
        </p:nvSpPr>
        <p:spPr>
          <a:xfrm>
            <a:off x="6401696" y="5517626"/>
            <a:ext cx="1371598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0B83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0B837A"/>
                </a:solidFill>
              </a:rPr>
              <a:t>Resolved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History preserved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A80155E-E737-E024-4A1A-08A25AAC6F31}"/>
              </a:ext>
            </a:extLst>
          </p:cNvPr>
          <p:cNvSpPr/>
          <p:nvPr/>
        </p:nvSpPr>
        <p:spPr>
          <a:xfrm>
            <a:off x="7087495" y="1565899"/>
            <a:ext cx="1143000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Not Missed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Chain clears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C6FE82-FB34-8372-05C3-F11FC17C7FF2}"/>
              </a:ext>
            </a:extLst>
          </p:cNvPr>
          <p:cNvCxnSpPr>
            <a:cxnSpLocks/>
            <a:stCxn id="43" idx="3"/>
            <a:endCxn id="59" idx="1"/>
          </p:cNvCxnSpPr>
          <p:nvPr/>
        </p:nvCxnSpPr>
        <p:spPr>
          <a:xfrm flipV="1">
            <a:off x="6460017" y="1794499"/>
            <a:ext cx="627478" cy="1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59">
            <a:extLst>
              <a:ext uri="{FF2B5EF4-FFF2-40B4-BE49-F238E27FC236}">
                <a16:creationId xmlns:a16="http://schemas.microsoft.com/office/drawing/2014/main" id="{67674276-C619-7A9C-6E73-0216CBA21127}"/>
              </a:ext>
            </a:extLst>
          </p:cNvPr>
          <p:cNvCxnSpPr>
            <a:cxnSpLocks/>
            <a:stCxn id="49" idx="2"/>
            <a:endCxn id="57" idx="0"/>
          </p:cNvCxnSpPr>
          <p:nvPr/>
        </p:nvCxnSpPr>
        <p:spPr>
          <a:xfrm rot="16200000" flipH="1">
            <a:off x="6187003" y="4617134"/>
            <a:ext cx="441564" cy="1359420"/>
          </a:xfrm>
          <a:prstGeom prst="bentConnector3">
            <a:avLst>
              <a:gd name="adj1" fmla="val 39748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59">
            <a:extLst>
              <a:ext uri="{FF2B5EF4-FFF2-40B4-BE49-F238E27FC236}">
                <a16:creationId xmlns:a16="http://schemas.microsoft.com/office/drawing/2014/main" id="{76D873D6-6F0E-E857-7271-A9BED7513D86}"/>
              </a:ext>
            </a:extLst>
          </p:cNvPr>
          <p:cNvCxnSpPr>
            <a:cxnSpLocks/>
            <a:stCxn id="49" idx="2"/>
            <a:endCxn id="55" idx="0"/>
          </p:cNvCxnSpPr>
          <p:nvPr/>
        </p:nvCxnSpPr>
        <p:spPr>
          <a:xfrm rot="5400000">
            <a:off x="4815403" y="4604954"/>
            <a:ext cx="441564" cy="1383780"/>
          </a:xfrm>
          <a:prstGeom prst="bentConnector3">
            <a:avLst>
              <a:gd name="adj1" fmla="val 39748"/>
            </a:avLst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4C3EBDD-D5E9-F383-D9B6-69E87361AD68}"/>
              </a:ext>
            </a:extLst>
          </p:cNvPr>
          <p:cNvCxnSpPr>
            <a:cxnSpLocks/>
          </p:cNvCxnSpPr>
          <p:nvPr/>
        </p:nvCxnSpPr>
        <p:spPr>
          <a:xfrm>
            <a:off x="5030094" y="5896498"/>
            <a:ext cx="1371600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03C0A6E-AF34-8FAD-05F6-9C5DAD7CBD03}"/>
              </a:ext>
            </a:extLst>
          </p:cNvPr>
          <p:cNvCxnSpPr>
            <a:cxnSpLocks/>
          </p:cNvCxnSpPr>
          <p:nvPr/>
        </p:nvCxnSpPr>
        <p:spPr>
          <a:xfrm flipH="1">
            <a:off x="5018666" y="5704290"/>
            <a:ext cx="1371600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EC3B62B-024A-2264-D180-7E8A1CFF3E07}"/>
              </a:ext>
            </a:extLst>
          </p:cNvPr>
          <p:cNvSpPr txBox="1"/>
          <p:nvPr/>
        </p:nvSpPr>
        <p:spPr>
          <a:xfrm>
            <a:off x="6469070" y="1548279"/>
            <a:ext cx="52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E61C3-E532-2E5A-196D-4C23DFD3DB23}"/>
              </a:ext>
            </a:extLst>
          </p:cNvPr>
          <p:cNvSpPr txBox="1"/>
          <p:nvPr/>
        </p:nvSpPr>
        <p:spPr>
          <a:xfrm>
            <a:off x="5704466" y="2039939"/>
            <a:ext cx="52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96811B-4C5E-4C71-09CB-809101F5C026}"/>
              </a:ext>
            </a:extLst>
          </p:cNvPr>
          <p:cNvSpPr txBox="1"/>
          <p:nvPr/>
        </p:nvSpPr>
        <p:spPr>
          <a:xfrm>
            <a:off x="6566505" y="4998630"/>
            <a:ext cx="52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4FEE2B-338A-F599-1DF3-3121B1F0515D}"/>
              </a:ext>
            </a:extLst>
          </p:cNvPr>
          <p:cNvSpPr txBox="1"/>
          <p:nvPr/>
        </p:nvSpPr>
        <p:spPr>
          <a:xfrm>
            <a:off x="4343327" y="4996827"/>
            <a:ext cx="5209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7521C3-17D4-F2E8-99C4-C76A64E53928}"/>
              </a:ext>
            </a:extLst>
          </p:cNvPr>
          <p:cNvSpPr txBox="1"/>
          <p:nvPr/>
        </p:nvSpPr>
        <p:spPr>
          <a:xfrm>
            <a:off x="4984893" y="5487680"/>
            <a:ext cx="15168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Scheduled day missed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457535-2B40-4643-32A5-9419FCF205EC}"/>
              </a:ext>
            </a:extLst>
          </p:cNvPr>
          <p:cNvSpPr txBox="1"/>
          <p:nvPr/>
        </p:nvSpPr>
        <p:spPr>
          <a:xfrm>
            <a:off x="3497560" y="6144224"/>
            <a:ext cx="27335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Missed pickup notification – states of one record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3CDED0-33A1-A348-0AC0-BA2ABAB6AF02}"/>
              </a:ext>
            </a:extLst>
          </p:cNvPr>
          <p:cNvSpPr/>
          <p:nvPr/>
        </p:nvSpPr>
        <p:spPr>
          <a:xfrm>
            <a:off x="4588013" y="848649"/>
            <a:ext cx="2284629" cy="4572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 Report Arrives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Recorded as a daily feed entry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DB68EFC-2C87-2974-03FC-AB4039950247}"/>
              </a:ext>
            </a:extLst>
          </p:cNvPr>
          <p:cNvSpPr/>
          <p:nvPr/>
        </p:nvSpPr>
        <p:spPr>
          <a:xfrm>
            <a:off x="4588013" y="2349714"/>
            <a:ext cx="2284629" cy="45720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Previous Feed Marked?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State propagates forward</a:t>
            </a:r>
            <a:endParaRPr lang="en-US" sz="900" i="1" dirty="0">
              <a:solidFill>
                <a:schemeClr val="tx1"/>
              </a:solidFill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CA64EDA7-5953-43C1-38DD-15AB2B91074A}"/>
              </a:ext>
            </a:extLst>
          </p:cNvPr>
          <p:cNvSpPr/>
          <p:nvPr/>
        </p:nvSpPr>
        <p:spPr>
          <a:xfrm>
            <a:off x="4588014" y="3128847"/>
            <a:ext cx="2284629" cy="45720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Evaluate against schedule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Look back up to 7 days</a:t>
            </a:r>
            <a:endParaRPr lang="en-US" sz="900" i="1" dirty="0">
              <a:solidFill>
                <a:schemeClr val="tx1"/>
              </a:solidFill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D9343D40-6EE3-F7C9-E87C-EF4FE8AC4671}"/>
              </a:ext>
            </a:extLst>
          </p:cNvPr>
          <p:cNvSpPr/>
          <p:nvPr/>
        </p:nvSpPr>
        <p:spPr>
          <a:xfrm>
            <a:off x="4588013" y="3887779"/>
            <a:ext cx="2284629" cy="45720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Installation Check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Installed after the due day?</a:t>
            </a:r>
            <a:endParaRPr lang="en-US" sz="900" i="1" dirty="0">
              <a:solidFill>
                <a:schemeClr val="tx1"/>
              </a:solidFill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252503B-E062-7A10-7793-2E857AB10B7B}"/>
              </a:ext>
            </a:extLst>
          </p:cNvPr>
          <p:cNvCxnSpPr>
            <a:cxnSpLocks/>
            <a:stCxn id="25" idx="2"/>
            <a:endCxn id="107" idx="0"/>
          </p:cNvCxnSpPr>
          <p:nvPr/>
        </p:nvCxnSpPr>
        <p:spPr>
          <a:xfrm>
            <a:off x="5730328" y="2806915"/>
            <a:ext cx="1" cy="321932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8402ECD6-978F-CFB8-C465-5962D374E038}"/>
              </a:ext>
            </a:extLst>
          </p:cNvPr>
          <p:cNvCxnSpPr>
            <a:cxnSpLocks/>
            <a:stCxn id="107" idx="2"/>
            <a:endCxn id="109" idx="0"/>
          </p:cNvCxnSpPr>
          <p:nvPr/>
        </p:nvCxnSpPr>
        <p:spPr>
          <a:xfrm flipH="1">
            <a:off x="5730328" y="3586048"/>
            <a:ext cx="1" cy="301731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1F083A0-B878-466C-7C22-F6C1A3CABC33}"/>
              </a:ext>
            </a:extLst>
          </p:cNvPr>
          <p:cNvCxnSpPr>
            <a:cxnSpLocks/>
            <a:stCxn id="109" idx="2"/>
            <a:endCxn id="49" idx="0"/>
          </p:cNvCxnSpPr>
          <p:nvPr/>
        </p:nvCxnSpPr>
        <p:spPr>
          <a:xfrm flipH="1">
            <a:off x="5728075" y="4344980"/>
            <a:ext cx="2253" cy="273881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552BADA-2408-9637-40B3-DEEF08E6D78B}"/>
              </a:ext>
            </a:extLst>
          </p:cNvPr>
          <p:cNvCxnSpPr>
            <a:cxnSpLocks/>
            <a:stCxn id="9" idx="2"/>
            <a:endCxn id="43" idx="0"/>
          </p:cNvCxnSpPr>
          <p:nvPr/>
        </p:nvCxnSpPr>
        <p:spPr>
          <a:xfrm>
            <a:off x="5730328" y="1305849"/>
            <a:ext cx="404" cy="231893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BB22AED-3DE3-E1AF-C9FD-EEA550083CC9}"/>
              </a:ext>
            </a:extLst>
          </p:cNvPr>
          <p:cNvCxnSpPr>
            <a:cxnSpLocks/>
            <a:stCxn id="43" idx="2"/>
            <a:endCxn id="25" idx="0"/>
          </p:cNvCxnSpPr>
          <p:nvPr/>
        </p:nvCxnSpPr>
        <p:spPr>
          <a:xfrm flipH="1">
            <a:off x="5730328" y="2051257"/>
            <a:ext cx="404" cy="298457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684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75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Rondon</dc:creator>
  <cp:lastModifiedBy>Oscar Rondon</cp:lastModifiedBy>
  <cp:revision>19</cp:revision>
  <dcterms:created xsi:type="dcterms:W3CDTF">2026-08-02T02:04:43Z</dcterms:created>
  <dcterms:modified xsi:type="dcterms:W3CDTF">2026-08-19T17:13:13Z</dcterms:modified>
</cp:coreProperties>
</file>